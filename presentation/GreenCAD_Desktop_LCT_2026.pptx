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f594fc4434164" /><Relationship Type="http://schemas.openxmlformats.org/officeDocument/2006/relationships/extended-properties" Target="/docProps/app.xml" Id="R2615d43209c24bf4" /><Relationship Type="http://schemas.openxmlformats.org/officeDocument/2006/relationships/officeDocument" Target="/ppt/presentation.xml" Id="Rc7de866ed661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1abaf2fbf148c7"/>
  </p:sldMasterIdLst>
  <p:notesMasterIdLst>
    <p:notesMasterId xmlns:r="http://schemas.openxmlformats.org/officeDocument/2006/relationships" r:id="Rbf71f539f2ff4bc3"/>
  </p:notesMasterIdLst>
  <p:sldIdLst>
    <p:sldId xmlns:r="http://schemas.openxmlformats.org/officeDocument/2006/relationships" id="256" r:id="R553ad8c7b4e1417d"/>
    <p:sldId xmlns:r="http://schemas.openxmlformats.org/officeDocument/2006/relationships" id="257" r:id="R1f726e60459f4791"/>
    <p:sldId xmlns:r="http://schemas.openxmlformats.org/officeDocument/2006/relationships" id="258" r:id="R213c1c0c6e5046e2"/>
    <p:sldId xmlns:r="http://schemas.openxmlformats.org/officeDocument/2006/relationships" id="259" r:id="R64f534c94f9c4203"/>
    <p:sldId xmlns:r="http://schemas.openxmlformats.org/officeDocument/2006/relationships" id="260" r:id="Ra0898f2595d44db6"/>
    <p:sldId xmlns:r="http://schemas.openxmlformats.org/officeDocument/2006/relationships" id="261" r:id="Ref690150706b4d68"/>
    <p:sldId xmlns:r="http://schemas.openxmlformats.org/officeDocument/2006/relationships" id="262" r:id="Raaa2ba38972a49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b8a1a22414dd6" /><Relationship Type="http://schemas.openxmlformats.org/officeDocument/2006/relationships/slideMaster" Target="/ppt/slideMasters/slideMaster1.xml" Id="R861abaf2fbf148c7" /><Relationship Type="http://schemas.openxmlformats.org/officeDocument/2006/relationships/notesMaster" Target="/ppt/notesMasters/notesMaster1.xml" Id="Rbf71f539f2ff4bc3" /><Relationship Type="http://schemas.openxmlformats.org/officeDocument/2006/relationships/presProps" Target="/ppt/presProps.xml" Id="Ra30d02cecc7748a9" /><Relationship Type="http://schemas.openxmlformats.org/officeDocument/2006/relationships/tableStyles" Target="/ppt/tableStyles.xml" Id="Ra4852b5992fb46ad" /><Relationship Type="http://schemas.openxmlformats.org/officeDocument/2006/relationships/slide" Target="/ppt/slides/slide1.xml" Id="R553ad8c7b4e1417d" /><Relationship Type="http://schemas.openxmlformats.org/officeDocument/2006/relationships/slide" Target="/ppt/slides/slide2.xml" Id="R1f726e60459f4791" /><Relationship Type="http://schemas.openxmlformats.org/officeDocument/2006/relationships/slide" Target="/ppt/slides/slide3.xml" Id="R213c1c0c6e5046e2" /><Relationship Type="http://schemas.openxmlformats.org/officeDocument/2006/relationships/slide" Target="/ppt/slides/slide4.xml" Id="R64f534c94f9c4203" /><Relationship Type="http://schemas.openxmlformats.org/officeDocument/2006/relationships/slide" Target="/ppt/slides/slide5.xml" Id="Ra0898f2595d44db6" /><Relationship Type="http://schemas.openxmlformats.org/officeDocument/2006/relationships/slide" Target="/ppt/slides/slide6.xml" Id="Ref690150706b4d68" /><Relationship Type="http://schemas.openxmlformats.org/officeDocument/2006/relationships/slide" Target="/ppt/slides/slide7.xml" Id="Raaa2ba38972a49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065e6db00e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3bed473e7424f" /><Relationship Type="http://schemas.openxmlformats.org/officeDocument/2006/relationships/notesMaster" Target="/ppt/notesMasters/notesMaster1.xml" Id="Rc225641ac40547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6f15f7329143cd" /><Relationship Type="http://schemas.openxmlformats.org/officeDocument/2006/relationships/notesMaster" Target="/ppt/notesMasters/notesMaster1.xml" Id="Ra931d228b7c04b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a1a7cf060a4f9e" /><Relationship Type="http://schemas.openxmlformats.org/officeDocument/2006/relationships/notesMaster" Target="/ppt/notesMasters/notesMaster1.xml" Id="Rd5427a8cb0e047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caff9dd1149cb" /><Relationship Type="http://schemas.openxmlformats.org/officeDocument/2006/relationships/notesMaster" Target="/ppt/notesMasters/notesMaster1.xml" Id="Raab53796304848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221851196e4f14" /><Relationship Type="http://schemas.openxmlformats.org/officeDocument/2006/relationships/notesMaster" Target="/ppt/notesMasters/notesMaster1.xml" Id="R67cc2271083b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78a782beee4bf9" /><Relationship Type="http://schemas.openxmlformats.org/officeDocument/2006/relationships/notesMaster" Target="/ppt/notesMasters/notesMaster1.xml" Id="R393cde8ed98f4b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4af02826c14f6b" /><Relationship Type="http://schemas.openxmlformats.org/officeDocument/2006/relationships/notesMaster" Target="/ppt/notesMasters/notesMaster1.xml" Id="Rf78119930f77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прототип: GreenCAD Desktop 0.6.1. Команда «Не работаем с утками». Источник: локальный репозиторий greencad_desktop_v1.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предоставлен пользователем. Файл: codex-clipboard-634b1881-d731-4ef5-be98-361df8c7d313.png.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Поток основан на фактическом UI GreenCAD Desktop 0.6.1 и модулях generation/checks.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предоставлен пользователем. Файл: codex-clipboard-370ebc75-a517-44fe-9c44-cdd4f334bcc2.png. Метрики считаны с интерфейса на скриншоте.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Функции ручного редактирования взяты из GreenCAD Desktop 0.6.1: выбор/перенос, копия, удаление, панель свойств, проверка места и допусков.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предоставлен пользователем. Файл: codex-clipboard-e7e62d60-f6dc-4001-839b-c399e2eb8376.png. Статусы PASS: materials/dxf_examples/02_3ya_Parkovaya_typed_full_corridor_edited.export.json.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Готовые функции и ограничения основаны на README и экспортных отчётах greencad_desktop_v1 0.6.1.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76197ef9444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79578dbd424c7e" /><Relationship Type="http://schemas.openxmlformats.org/officeDocument/2006/relationships/slideLayout" Target="/ppt/slideLayouts/slideLayout1.xml" Id="R1780a74d20d74b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80a74d20d74b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a07c6f05f487c" /><Relationship Type="http://schemas.openxmlformats.org/officeDocument/2006/relationships/notesSlide" Target="/ppt/notesSlides/notesSlide1.xml" Id="Rb58895ce39be4d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09501f6464aca" /><Relationship Type="http://schemas.openxmlformats.org/officeDocument/2006/relationships/image" Target="/ppt/media/image.png" Id="R4c522073db464b92" /><Relationship Type="http://schemas.openxmlformats.org/officeDocument/2006/relationships/notesSlide" Target="/ppt/notesSlides/notesSlide2.xml" Id="R5ceb2db1264f4d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491101e094898" /><Relationship Type="http://schemas.openxmlformats.org/officeDocument/2006/relationships/notesSlide" Target="/ppt/notesSlides/notesSlide3.xml" Id="R0051a71250bd45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f488bec1c4ee0" /><Relationship Type="http://schemas.openxmlformats.org/officeDocument/2006/relationships/image" Target="/ppt/media/image2.png" Id="Rf529a9e353884d13" /><Relationship Type="http://schemas.openxmlformats.org/officeDocument/2006/relationships/notesSlide" Target="/ppt/notesSlides/notesSlide4.xml" Id="R41ebd2e03f4449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286d5524e45e1" /><Relationship Type="http://schemas.openxmlformats.org/officeDocument/2006/relationships/notesSlide" Target="/ppt/notesSlides/notesSlide5.xml" Id="Rb343d9ef945b49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0225e80514421" /><Relationship Type="http://schemas.openxmlformats.org/officeDocument/2006/relationships/image" Target="/ppt/media/image3.png" Id="R91c397f249ec4671" /><Relationship Type="http://schemas.openxmlformats.org/officeDocument/2006/relationships/notesSlide" Target="/ppt/notesSlides/notesSlide6.xml" Id="Rc865569f40284d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dd125a83d41f8" /><Relationship Type="http://schemas.openxmlformats.org/officeDocument/2006/relationships/notesSlide" Target="/ppt/notesSlides/notesSlide7.xml" Id="R8fbbb2e5a32e49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62B20-0BC2-479F-BA7B-84247FD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ECE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DECE4"/>
                </a:solidFill>
                <a:latin typeface="Arial"/>
                <a:ea typeface="Arial"/>
                <a:cs typeface="Arial"/>
              </a:rPr>
              <a:t>Команда «Не работаем с утками»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C7D53-7AD6-49B0-8769-CB8BF7B5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GreenCAD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E081B-B493-47B3-A000-1B90DAE4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676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DE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CE4"/>
                </a:solidFill>
                <a:latin typeface="Arial"/>
                <a:ea typeface="Arial"/>
                <a:cs typeface="Arial"/>
              </a:rPr>
              <a:t>Автоматизированное проектирование</a:t>
            </a:r>
          </a:p>
          <a:p xmlns:a="http://schemas.openxmlformats.org/drawingml/2006/main">
            <a:pPr algn="l">
              <a:defRPr sz="2100" b="0">
                <a:solidFill>
                  <a:srgbClr val="DDE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CE4"/>
                </a:solidFill>
                <a:latin typeface="Arial"/>
                <a:ea typeface="Arial"/>
                <a:cs typeface="Arial"/>
              </a:rPr>
              <a:t>озеленения на основе DXF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D3204-1DCA-4EFC-AC25-F7434EE5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5BD41-28F3-46BC-A729-21E60932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редактор. Проверяемые посадки. Экспорт в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0E113-8B55-4EF0-B958-D883CE1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1E6A50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E6A50"/>
                </a:solidFill>
                <a:latin typeface="Arial"/>
                <a:ea typeface="Arial"/>
                <a:cs typeface="Arial"/>
              </a:rPr>
              <a:t>0.6.1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E590A-8398-4EA7-8A92-5B581AB0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E5B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5B84B"/>
                </a:solidFill>
                <a:latin typeface="Arial"/>
                <a:ea typeface="Arial"/>
                <a:cs typeface="Arial"/>
              </a:rPr>
              <a:t>ЛЦТ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3D130-59FF-4134-96FF-C81A0066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7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CE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DECE4"/>
                </a:solidFill>
                <a:latin typeface="Arial"/>
                <a:ea typeface="Arial"/>
                <a:cs typeface="Arial"/>
              </a:rPr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1333604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8C869-20DE-4C6C-8C57-7F7AB08F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GreenCAD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65C5A-D0CE-48A9-9138-79180EFD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067"/>
                </a:solidFill>
                <a:latin typeface="Arial"/>
                <a:ea typeface="Arial"/>
                <a:cs typeface="Arial"/>
              </a:rPr>
              <a:t>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2F54-1A4D-4F85-A7D5-6A4BB9EB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D508D-445F-4E59-B1C2-ED2E4D25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Задача и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593A1-B77D-4EBE-AFD8-2B934FE0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6CB65-E793-4EE4-9BE8-1B05696F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71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E8DA4-BE07-4E11-8D02-FED85D33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Исходные данные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6D337-037A-4F1B-902E-25FC50B8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Типизированный DXF с границами, зданиями и инженерными сетями.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D58A5-0E7D-43A7-B7BF-D72ABB4C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571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F0DD-E443-4DB1-BB49-2DF688EF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Работа в GreenCAD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2E05C-C558-40B8-BD05-73026300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Проектные типы, карта допустимости, авторасстановка и ручная корректировка.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95382-1E18-4605-B20C-D79FCF23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571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19AEA-7B99-47C2-97DE-B9439341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9B773-10FF-42EB-BB9F-D2D568EB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DXF с отдельными слоями посадок, а также отчёт о проверках и координатах.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9BBEB-1AF0-49DC-B2E8-B4E268BE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09700"/>
            <a:ext cx="6934200" cy="3962400"/>
          </a:xfrm>
          <a:prstGeom xmlns:a="http://schemas.openxmlformats.org/drawingml/2006/main" prst="roundRect">
            <a:avLst>
              <a:gd name="adj" fmla="val 3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22073db464b92"/>
          <a:stretch xmlns:a="http://schemas.openxmlformats.org/drawingml/2006/main"/>
        </p:blipFill>
        <p:spPr>
          <a:xfrm xmlns:a="http://schemas.openxmlformats.org/drawingml/2006/main">
            <a:off x="4762500" y="1468572"/>
            <a:ext cx="6819900" cy="3844656"/>
          </a:xfrm>
          <a:prstGeom xmlns:a="http://schemas.openxmlformats.org/drawingml/2006/main" prst="roundRect">
            <a:avLst>
              <a:gd name="adj" fmla="val 247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101B5-9C6A-4A2D-86A3-BC514FAB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81650"/>
            <a:ext cx="6819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EC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9A523-B3C9-4A32-B4C6-E835811F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15000"/>
            <a:ext cx="641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Исходные слои сохраняются. Новые объекты создаются на отдельных слоях.</a:t>
            </a:r>
          </a:p>
        </p:txBody>
      </p:sp>
    </p:spTree>
    <p:extLst>
      <p:ext uri="{BB962C8B-B14F-4D97-AF65-F5344CB8AC3E}">
        <p14:creationId xmlns:p14="http://schemas.microsoft.com/office/powerpoint/2010/main" val="2105906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A1A3F-91E6-447E-A34F-0FA41F6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GreenCAD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355F4-B933-41FC-9E2D-84DE43CE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067"/>
                </a:solidFill>
                <a:latin typeface="Arial"/>
                <a:ea typeface="Arial"/>
                <a:cs typeface="Arial"/>
              </a:rPr>
              <a:t>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9A619-BA65-43AA-869E-0FCE4BDB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79086-A011-4812-B58B-3050D896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Рабочий процесс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1C75A-F659-4F74-A68B-FB77A3C8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1F9FE-3C83-4A5D-85C4-C9BB344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BC064-DA28-44E6-8109-4E54996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2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F189C-BECD-4E2D-9633-22DB3174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5AFFB-52A8-4363-8979-B911FCB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Открытие DXF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C4E90-DA79-4211-99A4-D214F1F3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038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XDATA или точное сопоставление слоёв задают смысл объектов.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FE0A7-CBAA-4CDA-8795-29A3692A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2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90CE1-1167-4C8B-A3AF-BC5CE590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38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9CBAF-6BC8-4DB7-8E0E-9A9DFFD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Типы посадок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C7252-3764-443D-A19D-6B51B6C2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90900"/>
            <a:ext cx="2038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Радиус, каталог растений и параметры проекта остаются редактируемыми.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DE572-9754-41BF-AC56-3072326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62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D8BF0-AC37-4D19-BA93-FAE08972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AC18E-32CA-468B-A63A-08024CAA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Допустимость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83872-EEAE-4E41-B06A-99C8AEEC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2038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Выбранные проверки формируют карту разрешённых и запрещённых зон.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D8C8B-D192-455A-A63D-FBD70A26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4BA70-388B-447E-B390-E5409F8E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757D4-7682-4A04-B878-8A7DE6A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Авторасстановка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6132D-F448-4529-9F88-82744ABE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038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Генератор создаёт вариант на свободной территории с заданным шагом.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1C544-095A-40CC-89C1-5F5BB817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962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ECD02-2A4C-4113-AFA5-9B605F16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38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B5659-4F1A-4F7C-8A86-A651CCF6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Контроль и экспорт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BBFB5-F962-42B2-B2EA-578B39F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90900"/>
            <a:ext cx="2038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Специалист правит результат, повторяет проверки и сохраняет DXF.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0AC8F-E051-4D17-A8FA-1F3A1345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9829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DECE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7E489-A3D2-473B-9482-5754595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1020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Generator и модуль проверок разделены. Каждая посадка имеет ID, тип и координаты.</a:t>
            </a:r>
          </a:p>
        </p:txBody>
      </p:sp>
    </p:spTree>
    <p:extLst>
      <p:ext uri="{BB962C8B-B14F-4D97-AF65-F5344CB8AC3E}">
        <p14:creationId xmlns:p14="http://schemas.microsoft.com/office/powerpoint/2010/main" val="1330198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8AF24-DD59-48DC-851F-A5571A4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GreenCAD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EB38D-C65E-4039-94D0-93E4B5D0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067"/>
                </a:solidFill>
                <a:latin typeface="Arial"/>
                <a:ea typeface="Arial"/>
                <a:cs typeface="Arial"/>
              </a:rPr>
              <a:t>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A71EC-C17F-4322-9C26-F4165600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F06F1-3587-40A8-A928-E28DE1E0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Результат на полном коридоре 3-й Парковой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24065-A72C-492A-82A1-BFE73AE1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E2E20-54F2-4FE1-A515-827D2855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23975"/>
            <a:ext cx="7943850" cy="4524375"/>
          </a:xfrm>
          <a:prstGeom xmlns:a="http://schemas.openxmlformats.org/drawingml/2006/main" prst="roundRect">
            <a:avLst>
              <a:gd name="adj" fmla="val 2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9a9e353884d13"/>
          <a:stretch xmlns:a="http://schemas.openxmlformats.org/drawingml/2006/main"/>
        </p:blipFill>
        <p:spPr>
          <a:xfrm xmlns:a="http://schemas.openxmlformats.org/drawingml/2006/main">
            <a:off x="545639" y="1381125"/>
            <a:ext cx="7728871" cy="4410075"/>
          </a:xfrm>
          <a:prstGeom xmlns:a="http://schemas.openxmlformats.org/drawingml/2006/main" prst="roundRect">
            <a:avLst>
              <a:gd name="adj" fmla="val 216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61623-5EB7-4C50-B4ED-4ECB5AC7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17 026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7DDA0-C95E-4490-9A90-C246AD81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716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исходных объектов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FC8C2-BF81-48CF-95BB-71D26154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16C7A-2F16-429C-8192-D6F9E790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8B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8B68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F3289-3DF4-40B8-A51F-BD4218F9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575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посадок в варианте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3A492-F27A-452A-9F78-84F3849E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57575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96521-BBE0-4E51-ACDE-0B40B45B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9975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400 /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BEC02-664A-450F-A938-20AE8775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прошло / нарушено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A79E6-0CA2-4FC1-9C81-61B4D5E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3390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20BB8-1AD6-409E-AAAA-A7007B53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86300"/>
            <a:ext cx="270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E8B6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8B6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03665-B59D-4715-ACAF-1E470DEE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91125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ошибок выбранных проверок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716A9-9171-45B0-A7A4-8FD9D58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Фактические значения с экрана GreenCAD 0.6.1. Нормативная приёмка требует подтверждённых правил и источников.</a:t>
            </a:r>
          </a:p>
        </p:txBody>
      </p:sp>
    </p:spTree>
    <p:extLst>
      <p:ext uri="{BB962C8B-B14F-4D97-AF65-F5344CB8AC3E}">
        <p14:creationId xmlns:p14="http://schemas.microsoft.com/office/powerpoint/2010/main" val="1658123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66F27-3069-450E-82AA-08088E4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GreenCAD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21398-6C04-436E-BF1F-BCAAC97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067"/>
                </a:solidFill>
                <a:latin typeface="Arial"/>
                <a:ea typeface="Arial"/>
                <a:cs typeface="Arial"/>
              </a:rPr>
              <a:t>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E27BF-BFE1-453C-A86D-2C0B0A5E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D79B1-F812-49AE-A46A-11EA5BDD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Ручная корректировка и повторная 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26849-1CD7-4DA5-A504-ACE6F32A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AF5DE-528E-42ED-8EBB-A326CBC7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Автоматический вариант остаётся редактируемым проектом. Специалист может доработать каждую посадку.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79EE2-CC7A-4FDA-AFB1-5F50573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9DBE9-EB92-44DD-8B17-3FBDBE45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Переместить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4BCF6-A8D8-4027-B95A-43690DB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Координаты X и Y меняются мышью или через панель свойств.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874BE-8383-40BD-9877-9B6D000D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E17D9-2C55-418C-8A10-E5D2EA7F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Копировать или удалить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431B3-D4DD-49E0-BB2F-D6120A88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Копия получает новый ID. Удаление и отмена работают из интерфейса.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A482F-4AC8-4272-BD81-14671CCB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0849F-EF5C-4F4D-869B-725F19B1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Изменить тип и метку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BB4B5-66BB-4EC7-851D-59F83D1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Проектный тип, название и привязка остаются доступными для ручной правки.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E437E-4023-47C5-B1B7-3709F7CD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59AA7-41F0-4341-8DEE-B5ED679D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Повторить проверку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5573A-B674-4D99-9593-35C0224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Команды «Проверить место» и «Проверить допуски» пересчитывают выбранные условия.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86DEC-E0BB-4321-B7A4-0F9ACCF1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2E8B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DFBBC-0E1D-4DA7-BB01-344B0C0D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1257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B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F89C9-E3F9-45FE-A091-58ED5BC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384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8B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8B68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E3929-C745-4786-A755-5D86D21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147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посадка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932CB-670F-4F1A-BF88-080F8F5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движение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D22F3-405C-437E-BBA4-15C475E3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0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свойства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62EEB-7B3C-4E84-9F60-CA991C0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67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ABB9B-A273-42F8-8BDF-A902A1A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D63A78-205B-4634-9E12-FD41CA89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4DC67-1723-4EC3-B16C-148B74CF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90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8B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D12F2-23F3-470C-AB68-9A742AA2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4476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F3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7D975-069E-47E5-A313-5B8C1589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38725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Ручные посадки сохраняются при новой авторасстановке. Экспорт берёт актуальную геометрию.</a:t>
            </a:r>
          </a:p>
        </p:txBody>
      </p:sp>
    </p:spTree>
    <p:extLst>
      <p:ext uri="{BB962C8B-B14F-4D97-AF65-F5344CB8AC3E}">
        <p14:creationId xmlns:p14="http://schemas.microsoft.com/office/powerpoint/2010/main" val="789234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6F59D-8D1D-48C4-B88E-3AB8D12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GreenCAD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05130-3AF3-4192-828C-FF93232A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067"/>
                </a:solidFill>
                <a:latin typeface="Arial"/>
                <a:ea typeface="Arial"/>
                <a:cs typeface="Arial"/>
              </a:rPr>
              <a:t>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24706-EB6A-4087-B3F3-F7192E9D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9C6AF-D13D-4D2A-B357-E5D27D48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Экспорт обратно в CAD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ACFC9-0215-49D2-9EDF-A8163A21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F4F3E-DB2B-4C90-AAA8-F328871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23975"/>
            <a:ext cx="7962900" cy="4029075"/>
          </a:xfrm>
          <a:prstGeom xmlns:a="http://schemas.openxmlformats.org/drawingml/2006/main" prst="roundRect">
            <a:avLst>
              <a:gd name="adj" fmla="val 3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397f249ec4671"/>
          <a:stretch xmlns:a="http://schemas.openxmlformats.org/drawingml/2006/main"/>
        </p:blipFill>
        <p:spPr>
          <a:xfrm xmlns:a="http://schemas.openxmlformats.org/drawingml/2006/main">
            <a:off x="495300" y="1383231"/>
            <a:ext cx="7848600" cy="3910563"/>
          </a:xfrm>
          <a:prstGeom xmlns:a="http://schemas.openxmlformats.org/drawingml/2006/main" prst="roundRect">
            <a:avLst>
              <a:gd name="adj" fmla="val 24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08A81-65A8-4BF3-9715-081D16EA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Файл открывается в AutoCAD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C0DA3-B6F6-443A-9349-D39A962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859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E8B6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8B6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9FE32-0A97-4630-AA21-FA1C3229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сохранение исходных сущностей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1E7A3-E37F-4B01-9264-9B2102F3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FD61B-E8D2-4BDD-8B24-26739085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19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E8B6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8B6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A5535-1957-46C6-8ECD-49C3290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проверка координат при экспорте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D42EA-8F5F-494A-A259-F3C149D8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22087-81DF-445D-A8C8-D7636BA7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Отдельные слои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37D50-615C-4115-BD1C-3A026C7C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Исходная CAD-геометрия остаётся на месте. Посадки записываются как новые объекты.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CD9CC-EBD5-4763-8BAD-D17E9DDE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Статусы взяты из паспорта экспорта полного коридора 3-й Парковой.</a:t>
            </a:r>
          </a:p>
        </p:txBody>
      </p:sp>
    </p:spTree>
    <p:extLst>
      <p:ext uri="{BB962C8B-B14F-4D97-AF65-F5344CB8AC3E}">
        <p14:creationId xmlns:p14="http://schemas.microsoft.com/office/powerpoint/2010/main" val="9551882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C0FEF-1494-4E2D-8325-8F882E8A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GreenCAD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471DD-560D-423D-85AF-68274E47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7067"/>
                </a:solidFill>
                <a:latin typeface="Arial"/>
                <a:ea typeface="Arial"/>
                <a:cs typeface="Arial"/>
              </a:rPr>
              <a:t>ЛЦТ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5F654-2F31-4756-9B35-A58055C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9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500E7-65FC-430A-BBFA-8E6E0A2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1F"/>
                </a:solidFill>
                <a:latin typeface="Arial"/>
                <a:ea typeface="Arial"/>
                <a:cs typeface="Arial"/>
              </a:rPr>
              <a:t>Что готово в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2F298-784B-424A-B9E0-5E94B72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6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11DAB-02F9-401D-AF8C-CFA5D0B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Работает сейчас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2BB62-ACEB-4F6F-9184-1FC1856F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6A74F-C057-4989-B128-3F0B669D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Локальное приложение для Windows и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58B66-D90C-4AF5-BDE9-EDF5D4E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80127-A2CD-42E5-90F4-00322EB1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Импорт типизированного DXF и сохранение проекта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F2678-8E04-4C13-8ADC-786B3F74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885C7-2093-4AE7-9E01-BDBFCBC0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Авторасстановка нескольких типов посадок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C5F7B-0EDB-451D-B1B1-330500F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0699-6D71-49CB-B2A7-6E4A3C25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Ручной перенос, копирование и редактирование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32ECC-FAEC-46A1-B7A9-0A8585E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5B1C2-5922-4D9C-9029-611BA4ED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Проверки, отчёты и экспорт DXF для CAD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C1C98-CAE5-4177-87B0-8D570690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Границы текущей версии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CE04D-EDCC-464C-B471-128A970F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AD681-A113-4B6E-B3B1-9BDDA08E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574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Исходный DWG сначала нужно подготовить и экспортировать в DXF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9F684-05FD-42A3-8B83-4ED46579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3BD69-8F58-4D5D-9E45-6BAC0BCE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Тестовая зелёная зона в демо не заменяет инженерное подтверждение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FC498-0FE3-43BF-8FF2-8A6EA01E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814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5A055-9413-4077-8147-8144B32D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Каждое нормативное расстояние требует источника и версии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F4239-9704-4EA9-A93A-AB6ECC0F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96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4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73363-76D8-434C-B4F2-BBF1B19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F"/>
                </a:solidFill>
                <a:latin typeface="Arial"/>
                <a:ea typeface="Arial"/>
                <a:cs typeface="Arial"/>
              </a:rPr>
              <a:t>Итоговое проектное решение принимает профильный специалист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BB97B-1195-4477-ABCB-F8A48032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170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3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47752-8602-4DD8-9179-5A7C7A13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github.com/DankoDmitry/greencad_desktop_v1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465A3-C462-44AC-9DCA-A99E516F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2293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DECE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DECE4"/>
                </a:solidFill>
                <a:latin typeface="Arial"/>
                <a:ea typeface="Arial"/>
                <a:cs typeface="Arial"/>
              </a:rPr>
              <a:t>Команда «Не работаем с утками»</a:t>
            </a:r>
          </a:p>
        </p:txBody>
      </p:sp>
    </p:spTree>
    <p:extLst>
      <p:ext uri="{BB962C8B-B14F-4D97-AF65-F5344CB8AC3E}">
        <p14:creationId xmlns:p14="http://schemas.microsoft.com/office/powerpoint/2010/main" val="1124631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2026-09-29T21:00:03.8710000Z</dcterms:created>
  <dcterms:modified xsi:type="dcterms:W3CDTF">2026-09-29T21:00:03.8710000Z</dcterms:modified>
</coreProperties>
</file>